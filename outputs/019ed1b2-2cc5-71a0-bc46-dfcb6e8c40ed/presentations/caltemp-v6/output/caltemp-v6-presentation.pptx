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a424c500a142cc" /><Relationship Type="http://schemas.openxmlformats.org/officeDocument/2006/relationships/extended-properties" Target="/docProps/app.xml" Id="R1e78c08008c94762" /><Relationship Type="http://schemas.openxmlformats.org/officeDocument/2006/relationships/officeDocument" Target="/ppt/presentation.xml" Id="R87318cd3d27147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b0e5c2b4b44d84"/>
  </p:sldMasterIdLst>
  <p:notesMasterIdLst>
    <p:notesMasterId xmlns:r="http://schemas.openxmlformats.org/officeDocument/2006/relationships" r:id="R905cbae7212742c7"/>
  </p:notesMasterIdLst>
  <p:sldIdLst>
    <p:sldId xmlns:r="http://schemas.openxmlformats.org/officeDocument/2006/relationships" id="256" r:id="R1a3d53707b8e4216"/>
    <p:sldId xmlns:r="http://schemas.openxmlformats.org/officeDocument/2006/relationships" id="257" r:id="R98100771d4594a93"/>
    <p:sldId xmlns:r="http://schemas.openxmlformats.org/officeDocument/2006/relationships" id="258" r:id="Ref44a828c845480e"/>
    <p:sldId xmlns:r="http://schemas.openxmlformats.org/officeDocument/2006/relationships" id="259" r:id="R1da04f27a5ed43d0"/>
    <p:sldId xmlns:r="http://schemas.openxmlformats.org/officeDocument/2006/relationships" id="260" r:id="R45c7957db7ad4041"/>
    <p:sldId xmlns:r="http://schemas.openxmlformats.org/officeDocument/2006/relationships" id="261" r:id="R1e87aaf5ed8a40bd"/>
    <p:sldId xmlns:r="http://schemas.openxmlformats.org/officeDocument/2006/relationships" id="262" r:id="Raaaeb1fb573f4e0e"/>
    <p:sldId xmlns:r="http://schemas.openxmlformats.org/officeDocument/2006/relationships" id="263" r:id="R9fe800afe9b5419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b0e5c2b4b44d84" /><Relationship Type="http://schemas.openxmlformats.org/officeDocument/2006/relationships/theme" Target="/ppt/theme/theme1.xml" Id="R21ee591fa75a423c" /><Relationship Type="http://schemas.openxmlformats.org/officeDocument/2006/relationships/notesMaster" Target="/ppt/notesMasters/notesMaster1.xml" Id="R905cbae7212742c7" /><Relationship Type="http://schemas.openxmlformats.org/officeDocument/2006/relationships/presProps" Target="/ppt/presProps.xml" Id="R09d76dd3d6ed4a61" /><Relationship Type="http://schemas.openxmlformats.org/officeDocument/2006/relationships/viewProps" Target="/ppt/viewProps.xml" Id="R4b05dc81301e4c40" /><Relationship Type="http://schemas.openxmlformats.org/officeDocument/2006/relationships/tableStyles" Target="/ppt/tableStyles.xml" Id="Rebd420dd371b4aed" /><Relationship Type="http://schemas.openxmlformats.org/officeDocument/2006/relationships/slide" Target="/ppt/slides/slide1.xml" Id="R1a3d53707b8e4216" /><Relationship Type="http://schemas.openxmlformats.org/officeDocument/2006/relationships/slide" Target="/ppt/slides/slide2.xml" Id="R98100771d4594a93" /><Relationship Type="http://schemas.openxmlformats.org/officeDocument/2006/relationships/slide" Target="/ppt/slides/slide3.xml" Id="Ref44a828c845480e" /><Relationship Type="http://schemas.openxmlformats.org/officeDocument/2006/relationships/slide" Target="/ppt/slides/slide4.xml" Id="R1da04f27a5ed43d0" /><Relationship Type="http://schemas.openxmlformats.org/officeDocument/2006/relationships/slide" Target="/ppt/slides/slide5.xml" Id="R45c7957db7ad4041" /><Relationship Type="http://schemas.openxmlformats.org/officeDocument/2006/relationships/slide" Target="/ppt/slides/slide6.xml" Id="R1e87aaf5ed8a40bd" /><Relationship Type="http://schemas.openxmlformats.org/officeDocument/2006/relationships/slide" Target="/ppt/slides/slide7.xml" Id="Raaaeb1fb573f4e0e" /><Relationship Type="http://schemas.openxmlformats.org/officeDocument/2006/relationships/slide" Target="/ppt/slides/slide8.xml" Id="R9fe800afe9b541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4439a7bfe134a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d654a9cc1a4345" /><Relationship Type="http://schemas.openxmlformats.org/officeDocument/2006/relationships/notesMaster" Target="/ppt/notesMasters/notesMaster1.xml" Id="R39c26e91f7994e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f4256a539c4a01" /><Relationship Type="http://schemas.openxmlformats.org/officeDocument/2006/relationships/notesMaster" Target="/ppt/notesMasters/notesMaster1.xml" Id="R6e74970b5ccf4c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27b4416d7144e9" /><Relationship Type="http://schemas.openxmlformats.org/officeDocument/2006/relationships/notesMaster" Target="/ppt/notesMasters/notesMaster1.xml" Id="Rf0bdbc4debfd4d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2f426d3138045dc" /><Relationship Type="http://schemas.openxmlformats.org/officeDocument/2006/relationships/notesMaster" Target="/ppt/notesMasters/notesMaster1.xml" Id="Rc01ed48ff1bf4ec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1997702ca6841de" /><Relationship Type="http://schemas.openxmlformats.org/officeDocument/2006/relationships/notesMaster" Target="/ppt/notesMasters/notesMaster1.xml" Id="R50ba9e4c67dd49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338761225144cc" /><Relationship Type="http://schemas.openxmlformats.org/officeDocument/2006/relationships/notesMaster" Target="/ppt/notesMasters/notesMaster1.xml" Id="Rd54d978770ef4f5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ceac992e1d3473c" /><Relationship Type="http://schemas.openxmlformats.org/officeDocument/2006/relationships/notesMaster" Target="/ppt/notesMasters/notesMaster1.xml" Id="R95df63b692fb47b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4ffdc7ac58a4017" /><Relationship Type="http://schemas.openxmlformats.org/officeDocument/2006/relationships/notesMaster" Target="/ppt/notesMasters/notesMaster1.xml" Id="R01724236961f42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e6aa4f4df24ee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feaa80553864f82" /><Relationship Type="http://schemas.openxmlformats.org/officeDocument/2006/relationships/slideLayout" Target="/ppt/slideLayouts/slideLayout2.xml" Id="R04bc67894a094e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bc67894a094e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9f3c1a6d294953" /><Relationship Type="http://schemas.openxmlformats.org/officeDocument/2006/relationships/notesSlide" Target="/ppt/notesSlides/notesSlide1.xml" Id="Re30058dcde2342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ca41d9796a4942" /><Relationship Type="http://schemas.openxmlformats.org/officeDocument/2006/relationships/notesSlide" Target="/ppt/notesSlides/notesSlide2.xml" Id="Rff6d1860044042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3a990cfb40443a" /><Relationship Type="http://schemas.openxmlformats.org/officeDocument/2006/relationships/notesSlide" Target="/ppt/notesSlides/notesSlide3.xml" Id="Re3b09a7d2baf48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39cdc218e04d17" /><Relationship Type="http://schemas.openxmlformats.org/officeDocument/2006/relationships/notesSlide" Target="/ppt/notesSlides/notesSlide4.xml" Id="R20be9c8989754c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ad79a797f047a5" /><Relationship Type="http://schemas.openxmlformats.org/officeDocument/2006/relationships/notesSlide" Target="/ppt/notesSlides/notesSlide5.xml" Id="Rbcfb93b6b5e742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f7bf07daf9441c" /><Relationship Type="http://schemas.openxmlformats.org/officeDocument/2006/relationships/notesSlide" Target="/ppt/notesSlides/notesSlide6.xml" Id="Re6364d229e6a466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5cd62ac9c44f7f" /><Relationship Type="http://schemas.openxmlformats.org/officeDocument/2006/relationships/notesSlide" Target="/ppt/notesSlides/notesSlide7.xml" Id="R97a31f6e224b479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46a173e3064dbf" /><Relationship Type="http://schemas.openxmlformats.org/officeDocument/2006/relationships/notesSlide" Target="/ppt/notesSlides/notesSlide8.xml" Id="Rc03d3e21acc1407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AD9C6F-206E-4A39-878F-F84AD4AC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1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260390-D261-442F-B65B-25876650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4BEC98-3959-4D0D-931B-10619C984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F8C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8CFF"/>
                </a:solidFill>
                <a:latin typeface="Aptos"/>
                <a:ea typeface="Aptos"/>
                <a:cs typeface="Aptos"/>
              </a:rPr>
              <a:t>CALENDRIER LOCAL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CEAE2E-DA64-4A27-9B70-1A2565DB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"/>
            <a:ext cx="7905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Caltemp v6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C0130C-6930-444D-9EBB-68046470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2C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2C5"/>
                </a:solidFill>
                <a:latin typeface="Aptos"/>
                <a:ea typeface="Aptos"/>
                <a:cs typeface="Aptos"/>
              </a:rPr>
              <a:t>Un calendrier desktop moderne pour organiser les journees, les rappels, les imports ICS et les notes sans compte obligatoire.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0D5505-2BCE-46F3-96F9-05049110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3246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8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086"/>
                </a:solidFill>
                <a:latin typeface="Aptos"/>
                <a:ea typeface="Aptos"/>
                <a:cs typeface="Aptos"/>
              </a:rPr>
              <a:t>Caltemp v6.0.0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523805-696A-4902-AB26-0FC0072A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14550"/>
            <a:ext cx="590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Productivite locale, rappels clairs, Dexter en option.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68D549-7DB4-4F15-8BC0-C95EB29D3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857250"/>
            <a:ext cx="361950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2"/>
          </a:solidFill>
          <a:ln xmlns:a="http://schemas.openxmlformats.org/drawingml/2006/main" w="9525">
            <a:solidFill>
              <a:srgbClr val="343A4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C3E9E3-5F6E-4AD0-A33D-C5473581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1620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AB2C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AB2C5"/>
                </a:solidFill>
                <a:latin typeface="Aptos"/>
                <a:ea typeface="Aptos"/>
                <a:cs typeface="Aptos"/>
              </a:rPr>
              <a:t>Vue produit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32EBB3-3219-4BA3-B20C-B1727E30C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002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A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4AAD52-F48C-413C-89EA-8609A602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09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D1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7F445D-97EA-4522-B7FE-496BA0F0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52625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09:00  Cours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B55E3C-A0EC-4E2D-9C23-14538ECB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19325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086"/>
                </a:solidFill>
                <a:latin typeface="Aptos"/>
                <a:ea typeface="Aptos"/>
                <a:cs typeface="Aptos"/>
              </a:rPr>
              <a:t>Rappel local et donnees sur l'appareil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513345-3571-46C1-8753-2A8BD9DB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6955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0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CF7457-939B-4FC2-A1F4-F7B9D667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38425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11:30  Devoir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4AACD8-F44A-43C2-88AF-CA710E693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05125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086"/>
                </a:solidFill>
                <a:latin typeface="Aptos"/>
                <a:ea typeface="Aptos"/>
                <a:cs typeface="Aptos"/>
              </a:rPr>
              <a:t>Rappel local et donnees sur l'appareil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586D31-EAE2-4C8B-9955-BD55FDA9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381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40D83D-AE49-4508-BAE9-D88AC4A5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24225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14:00  Note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03D2AE-A084-4386-84CF-314F9C41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90925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086"/>
                </a:solidFill>
                <a:latin typeface="Aptos"/>
                <a:ea typeface="Aptos"/>
                <a:cs typeface="Aptos"/>
              </a:rPr>
              <a:t>Rappel local et donnees sur l'appareil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4ED08B-7E88-4C5C-8954-467254AA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0671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AC1F56-B0C7-4FAA-AB7A-4C559738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10025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17:30  Rappel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8E724E-33F9-4CC3-87F9-2905C7CC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76725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086"/>
                </a:solidFill>
                <a:latin typeface="Aptos"/>
                <a:ea typeface="Aptos"/>
                <a:cs typeface="Aptos"/>
              </a:rPr>
              <a:t>Rappel local et donnees sur l'appareil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51DC32-569D-4D03-8E37-1CF8FDB5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57800"/>
            <a:ext cx="180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2"/>
          </a:solidFill>
          <a:ln xmlns:a="http://schemas.openxmlformats.org/drawingml/2006/main" w="9525">
            <a:solidFill>
              <a:srgbClr val="343A4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72C157-74D1-4DD0-8DFF-794F4A1A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578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EE07CE-31F9-4C21-8915-E70B1261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6.0.0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BAB34A-7E5F-4BA8-AE5D-DDAF099A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2C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2C5"/>
                </a:solidFill>
                <a:latin typeface="Aptos"/>
                <a:ea typeface="Aptos"/>
                <a:cs typeface="Aptos"/>
              </a:rPr>
              <a:t>version cible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436859-BF55-4087-89AD-01AD5CD9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257800"/>
            <a:ext cx="180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2"/>
          </a:solidFill>
          <a:ln xmlns:a="http://schemas.openxmlformats.org/drawingml/2006/main" w="9525">
            <a:solidFill>
              <a:srgbClr val="343A4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3B321D-C956-4D51-96D6-61A1ACAA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2578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1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A3D804-A8EC-4FA3-A7FE-6ED1F148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42925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D1CCB3-38EC-415B-9E70-74091771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73405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2C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2C5"/>
                </a:solidFill>
                <a:latin typeface="Aptos"/>
                <a:ea typeface="Aptos"/>
                <a:cs typeface="Aptos"/>
              </a:rPr>
              <a:t>vulnerabilite npm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7DDF50-1005-4917-BB0E-A7C071F7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257800"/>
            <a:ext cx="180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2"/>
          </a:solidFill>
          <a:ln xmlns:a="http://schemas.openxmlformats.org/drawingml/2006/main" w="9525">
            <a:solidFill>
              <a:srgbClr val="343A4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BC34C7-E18C-4253-BD40-52101831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2578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234724-4B89-4AEB-9F34-E38D820D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42925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local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E1BD0D-DB50-4BAB-8F48-1A61E08CD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73405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2C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2C5"/>
                </a:solidFill>
                <a:latin typeface="Aptos"/>
                <a:ea typeface="Aptos"/>
                <a:cs typeface="Aptos"/>
              </a:rPr>
              <a:t>donnees par defaut</a:t>
            </a:r>
          </a:p>
        </p:txBody>
      </p:sp>
    </p:spTree>
    <p:extLst>
      <p:ext uri="{BB962C8B-B14F-4D97-AF65-F5344CB8AC3E}">
        <p14:creationId xmlns:p14="http://schemas.microsoft.com/office/powerpoint/2010/main" val="121148002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E0B3FF-6F50-4756-990D-CFB439C3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1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35E1E9-0392-4DF6-BC5F-5B051FB4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5C72C9-85AE-4E39-B8CF-E828E945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F8C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8CFF"/>
                </a:solidFill>
                <a:latin typeface="Aptos"/>
                <a:ea typeface="Aptos"/>
                <a:cs typeface="Aptos"/>
              </a:rPr>
              <a:t>LECTURE QUOTIDIENNE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FA59DF-86C9-4247-98EF-C8949921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"/>
            <a:ext cx="7905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Une journee lisible en un coup d'oeil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57CC82-8616-4B9E-8930-916C9BD8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2C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2C5"/>
                </a:solidFill>
                <a:latin typeface="Aptos"/>
                <a:ea typeface="Aptos"/>
                <a:cs typeface="Aptos"/>
              </a:rPr>
              <a:t>Le calendrier doit aider a comprendre quoi faire maintenant, ensuite, et ce qui demande une preparation.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0CDF32-6502-441F-8FCF-3A801E8E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3246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8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086"/>
                </a:solidFill>
                <a:latin typeface="Aptos"/>
                <a:ea typeface="Aptos"/>
                <a:cs typeface="Aptos"/>
              </a:rPr>
              <a:t>Caltemp v6.0.0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5A801A-370C-4F2B-915B-9D0DEBF0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858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2"/>
          </a:solidFill>
          <a:ln xmlns:a="http://schemas.openxmlformats.org/drawingml/2006/main" w="9525">
            <a:solidFill>
              <a:srgbClr val="343A4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7B8AF3-F3B3-4412-A813-A19E544B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086"/>
                </a:solidFill>
                <a:latin typeface="Aptos"/>
                <a:ea typeface="Aptos"/>
                <a:cs typeface="Aptos"/>
              </a:rPr>
              <a:t>08:00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C01B31-6C2B-4629-B019-4D47FE223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05050"/>
            <a:ext cx="5572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F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229D14-B1FF-4D54-83A6-B74E97E4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52725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086"/>
                </a:solidFill>
                <a:latin typeface="Aptos"/>
                <a:ea typeface="Aptos"/>
                <a:cs typeface="Aptos"/>
              </a:rPr>
              <a:t>10:00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BE8726-4F8A-49C0-949D-93C503D8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19400"/>
            <a:ext cx="5572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F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67F809-36A5-403E-9116-5F7B54BF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086"/>
                </a:solidFill>
                <a:latin typeface="Aptos"/>
                <a:ea typeface="Aptos"/>
                <a:cs typeface="Aptos"/>
              </a:rPr>
              <a:t>12:00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BC8214-A403-4B95-ABB8-ABAF9434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33750"/>
            <a:ext cx="5572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F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B785F7-FF17-4EB7-B7BF-B443F29B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81425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086"/>
                </a:solidFill>
                <a:latin typeface="Aptos"/>
                <a:ea typeface="Aptos"/>
                <a:cs typeface="Aptos"/>
              </a:rPr>
              <a:t>14:00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286CE7-E7FC-4F0E-823F-E4A99B41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48100"/>
            <a:ext cx="5572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F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E5D8C3-89DE-4D77-BFEC-8490495F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95775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086"/>
                </a:solidFill>
                <a:latin typeface="Aptos"/>
                <a:ea typeface="Aptos"/>
                <a:cs typeface="Aptos"/>
              </a:rPr>
              <a:t>16:00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EA80D6-E50F-44EA-8FCC-7B3ABC26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62450"/>
            <a:ext cx="5572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F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CE0BB0-45A7-45E9-B8B5-D7229054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0125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086"/>
                </a:solidFill>
                <a:latin typeface="Aptos"/>
                <a:ea typeface="Aptos"/>
                <a:cs typeface="Aptos"/>
              </a:rPr>
              <a:t>18:00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BEC489-97E1-4789-A800-3D3BD5BF3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76800"/>
            <a:ext cx="5572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F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2501AB-CE45-40F9-8B83-D439572F0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866900"/>
            <a:ext cx="4000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25D17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46B219-5B6A-4077-929A-DDB6F0CA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9812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D17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D17F"/>
                </a:solidFill>
                <a:latin typeface="Aptos"/>
                <a:ea typeface="Aptos"/>
                <a:cs typeface="Aptos"/>
              </a:rPr>
              <a:t>Cours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F5AA8C-750E-4987-B7CC-ABDBE742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2002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Programmation avancee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7927CB-D550-4270-BB2A-4A77C8E1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14650"/>
            <a:ext cx="400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F5C04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810255-D09F-4EAC-8954-03F2B1DB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0289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C0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C04F"/>
                </a:solidFill>
                <a:latin typeface="Aptos"/>
                <a:ea typeface="Aptos"/>
                <a:cs typeface="Aptos"/>
              </a:rPr>
              <a:t>Devoir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9C35A6-FFEF-4B06-AA76-096722A8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2480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Rendu a finaliser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E64E8F-E04F-4E42-9534-004CA437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91000"/>
            <a:ext cx="4000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4F8C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8705E0-A603-48FB-AC6E-0CF4444D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3053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F8C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F8CFF"/>
                </a:solidFill>
                <a:latin typeface="Aptos"/>
                <a:ea typeface="Aptos"/>
                <a:cs typeface="Aptos"/>
              </a:rPr>
              <a:t>Perso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A5C834-6CBA-45AA-A289-23B5F621A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5243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Rappel administratif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A4A626-1947-4BFF-8BA2-9B907400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2"/>
          </a:solidFill>
          <a:ln xmlns:a="http://schemas.openxmlformats.org/drawingml/2006/main" w="9525">
            <a:solidFill>
              <a:srgbClr val="343A4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E9A9CB-4D4D-41ED-843E-358E6546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1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513C32-6426-4887-9551-D07A3EC16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19325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Maintenant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1C7337-7210-4A1A-B956-9B620290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24125"/>
            <a:ext cx="2438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2C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2C5"/>
                </a:solidFill>
                <a:latin typeface="Aptos"/>
                <a:ea typeface="Aptos"/>
                <a:cs typeface="Aptos"/>
              </a:rPr>
              <a:t>Prochain evenement, duree restante et rappel lisible.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E3AE45-6FFC-437C-93F3-9942A618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90875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2"/>
          </a:solidFill>
          <a:ln xmlns:a="http://schemas.openxmlformats.org/drawingml/2006/main" w="9525">
            <a:solidFill>
              <a:srgbClr val="343A4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CA91E0-9668-4B64-8F2F-EF7C5A61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90875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952D54-3152-43D9-A903-D0886471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62325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Aujourd'hui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D59786-0E07-4C36-B714-2FF5166F9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67125"/>
            <a:ext cx="2438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2C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2C5"/>
                </a:solidFill>
                <a:latin typeface="Aptos"/>
                <a:ea typeface="Aptos"/>
                <a:cs typeface="Aptos"/>
              </a:rPr>
              <a:t>Regroupement des cours, devoirs et examens de la journee.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937A150-9568-4151-80DA-FE59CFA3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33875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2"/>
          </a:solidFill>
          <a:ln xmlns:a="http://schemas.openxmlformats.org/drawingml/2006/main" w="9525">
            <a:solidFill>
              <a:srgbClr val="343A4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F7E4F87-9ED2-412D-9261-1D21AB13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33875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1E8DF2D-FAB6-4FF7-96DD-627FF936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05325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Focus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49CF7AE-C6CE-4DF3-A0C3-66A9DEF8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10125"/>
            <a:ext cx="2438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2C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2C5"/>
                </a:solidFill>
                <a:latin typeface="Aptos"/>
                <a:ea typeface="Aptos"/>
                <a:cs typeface="Aptos"/>
              </a:rPr>
              <a:t>Mettre en avant uniquement les prochains evenements pour reduire le bruit visuel.</a:t>
            </a:r>
          </a:p>
        </p:txBody>
      </p:sp>
    </p:spTree>
    <p:extLst>
      <p:ext uri="{BB962C8B-B14F-4D97-AF65-F5344CB8AC3E}">
        <p14:creationId xmlns:p14="http://schemas.microsoft.com/office/powerpoint/2010/main" val="166105234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865B67-A054-4CAA-A7F0-1AB61550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1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1A2250-BD72-435D-8657-4745C84D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EE4FBF-85D5-46E0-86D5-92DE7E38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F8C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8CFF"/>
                </a:solidFill>
                <a:latin typeface="Aptos"/>
                <a:ea typeface="Aptos"/>
                <a:cs typeface="Aptos"/>
              </a:rPr>
              <a:t>IMPORTS RAPIDES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AA7CDE-0D2D-4DC9-A10D-06A11B42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"/>
            <a:ext cx="7905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Sources ICS et fichiers calendrier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57659B-CBDB-40C0-898C-E21678E2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2C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2C5"/>
                </a:solidFill>
                <a:latin typeface="Aptos"/>
                <a:ea typeface="Aptos"/>
                <a:cs typeface="Aptos"/>
              </a:rPr>
              <a:t>La v6 formalise les imports ICS pour recuperer des emplois du temps, anniversaires, examens ou calendriers partages.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7EB643-CE01-4B4C-B2CE-5063BA18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3246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8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086"/>
                </a:solidFill>
                <a:latin typeface="Aptos"/>
                <a:ea typeface="Aptos"/>
                <a:cs typeface="Aptos"/>
              </a:rPr>
              <a:t>Caltemp v6.0.0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14191C-970F-487E-B857-BE2E8CCA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E24EB6-89BA-48ED-8A09-E3497A40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4792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ACE82E-B345-4B23-9008-CF002264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146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Choisir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065A91-F1B1-47C6-ADEB-7059B21A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2C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2C5"/>
                </a:solidFill>
                <a:latin typeface="Aptos"/>
                <a:ea typeface="Aptos"/>
                <a:cs typeface="Aptos"/>
              </a:rPr>
              <a:t>Fichier .ics ou source connue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0035EF-EB7E-432F-8FE9-FE030F69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43175"/>
            <a:ext cx="180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A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125D61-88FD-4A40-8945-48951FD0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381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D1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589F20-54D4-4135-9CCE-98DC46FB4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44792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869F05-B8DD-4F4E-A261-A86197B34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9146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Importer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61AE03-4A8F-4537-9509-D4CB0A5D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2385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2C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2C5"/>
                </a:solidFill>
                <a:latin typeface="Aptos"/>
                <a:ea typeface="Aptos"/>
                <a:cs typeface="Aptos"/>
              </a:rPr>
              <a:t>UID et dates normalises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575FAE-A22D-4546-AAE8-EBC0FF19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543175"/>
            <a:ext cx="180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A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43309F-3CDA-45CF-AF0B-438227504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81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0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C12752-E522-4BF2-B17C-C04F9D9D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4792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B13838-8C4A-4B49-838F-9C540F62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146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Verifier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35446A-009C-4D6B-8978-D8EBF2093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2C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2C5"/>
                </a:solidFill>
                <a:latin typeface="Aptos"/>
                <a:ea typeface="Aptos"/>
                <a:cs typeface="Aptos"/>
              </a:rPr>
              <a:t>Doublons limites avant sauvegarde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C6DE59-3EFF-49F8-A538-80C06888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43175"/>
            <a:ext cx="180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A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8EAA98-D7F4-4991-A242-8F67769E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381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5E25FB-7926-4D00-A8A2-FF00412A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44792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586B7C-788D-46CB-B64F-03A41529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9146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Utiliser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A470AD-3499-4843-8290-4A789E480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2385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2C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2C5"/>
                </a:solidFill>
                <a:latin typeface="Aptos"/>
                <a:ea typeface="Aptos"/>
                <a:cs typeface="Aptos"/>
              </a:rPr>
              <a:t>Evenements disponibles localement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8CA665-BA52-480A-964B-41751CA9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9100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A0FDB5-1D1C-4622-A82B-81B6B9955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95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F83F9F-FD97-476A-B025-4372CAA9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2672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Google Calendar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94C887-3BF8-4309-AD8D-50EC3D63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6720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2C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2C5"/>
                </a:solidFill>
                <a:latin typeface="Aptos"/>
                <a:ea typeface="Aptos"/>
                <a:cs typeface="Aptos"/>
              </a:rPr>
              <a:t>URL secrete au format iCal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53B5C7-A9EC-4B5A-8568-C7CF8048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267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F8C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F8CFF"/>
                </a:solidFill>
                <a:latin typeface="Aptos"/>
                <a:ea typeface="Aptos"/>
                <a:cs typeface="Aptos"/>
              </a:rPr>
              <a:t>Aide URL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D45806-8B89-4992-BC05-DC0DDDBD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1010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7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9E8980-871F-445D-9B26-B8648DD7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14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D1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7F2F3D-1944-4582-9DC5-036D2AB0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6863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Outlook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FB274E-085B-4E80-9483-55EBF255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8630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2C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2C5"/>
                </a:solidFill>
                <a:latin typeface="Aptos"/>
                <a:ea typeface="Aptos"/>
                <a:cs typeface="Aptos"/>
              </a:rPr>
              <a:t>Lien ICS publie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CF5679C-72FF-4E30-8893-6F5E7EA9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6863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F8C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F8CFF"/>
                </a:solidFill>
                <a:latin typeface="Aptos"/>
                <a:ea typeface="Aptos"/>
                <a:cs typeface="Aptos"/>
              </a:rPr>
              <a:t>Aide URL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5D1D5ED-97F5-4232-9D20-CD8F6D47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2920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7B51D4-170D-4F0D-948D-D85531E3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133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0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523F6A-9D18-4A60-8604-0FCCF69C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1054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Pronote / ecole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ECCDD98-2A00-4EB3-914B-55455021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10540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2C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2C5"/>
                </a:solidFill>
                <a:latin typeface="Aptos"/>
                <a:ea typeface="Aptos"/>
                <a:cs typeface="Aptos"/>
              </a:rPr>
              <a:t>Export fichier quand disponible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63580CC-D4A6-4517-8416-FBA4653D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1054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F8C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F8CFF"/>
                </a:solidFill>
                <a:latin typeface="Aptos"/>
                <a:ea typeface="Aptos"/>
                <a:cs typeface="Aptos"/>
              </a:rPr>
              <a:t>Aide URL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DFE3F97-6C4B-4748-882B-FD00F188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44830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7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703C484-E205-4ED6-BFD4-05E25916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553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B03411D-3B52-4BAD-8567-93A6B674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5245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Calendrier local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1428851-95F1-4B01-AE09-69C395CBF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52450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2C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2C5"/>
                </a:solidFill>
                <a:latin typeface="Aptos"/>
                <a:ea typeface="Aptos"/>
                <a:cs typeface="Aptos"/>
              </a:rPr>
              <a:t>Selection directe du fichier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8B10711-554A-4CD3-8550-A56EE980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5245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F8C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F8CFF"/>
                </a:solidFill>
                <a:latin typeface="Aptos"/>
                <a:ea typeface="Aptos"/>
                <a:cs typeface="Aptos"/>
              </a:rPr>
              <a:t>Aide URL</a:t>
            </a:r>
          </a:p>
        </p:txBody>
      </p:sp>
    </p:spTree>
    <p:extLst>
      <p:ext uri="{BB962C8B-B14F-4D97-AF65-F5344CB8AC3E}">
        <p14:creationId xmlns:p14="http://schemas.microsoft.com/office/powerpoint/2010/main" val="1069448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DCD7AF-1BE7-4883-9434-D3463A0E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1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17EBD8-65B5-4A59-9155-07EC6398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A16503-313E-4A55-A142-920FDA85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F8C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8CFF"/>
                </a:solidFill>
                <a:latin typeface="Aptos"/>
                <a:ea typeface="Aptos"/>
                <a:cs typeface="Aptos"/>
              </a:rPr>
              <a:t>RAPPELS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1B6056-D68B-4688-B842-3E5F2D6B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"/>
            <a:ext cx="7905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Notifications intelligentes et mode silencieux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117B98-A46A-4F55-82D1-2A9A6B0A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2C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2C5"/>
                </a:solidFill>
                <a:latin typeface="Aptos"/>
                <a:ea typeface="Aptos"/>
                <a:cs typeface="Aptos"/>
              </a:rPr>
              <a:t>Les rappels doivent signaler l'important sans interrompre inutilement le travail.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723EC6-0683-4800-BF8C-93B48134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3246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8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086"/>
                </a:solidFill>
                <a:latin typeface="Aptos"/>
                <a:ea typeface="Aptos"/>
                <a:cs typeface="Aptos"/>
              </a:rPr>
              <a:t>Caltemp v6.0.0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0E5B78-5310-4EF1-8F6F-637DFC5B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2857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2"/>
          </a:solidFill>
          <a:ln xmlns:a="http://schemas.openxmlformats.org/drawingml/2006/main" w="9525">
            <a:solidFill>
              <a:srgbClr val="343A4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6589C6-6E46-4161-A69E-DC42ACCF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A40683-175C-4336-B979-2743863E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14575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Toast applicatif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730801-78BD-4A18-BA38-4B9F445B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19375"/>
            <a:ext cx="2438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2C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2C5"/>
                </a:solidFill>
                <a:latin typeface="Aptos"/>
                <a:ea typeface="Aptos"/>
                <a:cs typeface="Aptos"/>
              </a:rPr>
              <a:t>Rappel visible dans Caltemp avec action rapide pour le traiter.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FA13C4-EF61-492C-977E-7614761D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2857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2"/>
          </a:solidFill>
          <a:ln xmlns:a="http://schemas.openxmlformats.org/drawingml/2006/main" w="9525">
            <a:solidFill>
              <a:srgbClr val="343A4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3EC11F-5029-4507-8149-A03F78EB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1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B46739-3E6F-4E90-8BF4-6F9945DA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38575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Snooze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4EB814-03AA-4E7B-BB89-9B2CC2C6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43375"/>
            <a:ext cx="2438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2C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2C5"/>
                </a:solidFill>
                <a:latin typeface="Aptos"/>
                <a:ea typeface="Aptos"/>
                <a:cs typeface="Aptos"/>
              </a:rPr>
              <a:t>Reporter de 5, 10, 30 minutes ou jusqu'a la fin de journee.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9177F3-3D90-44A9-A57B-66ACF5BD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47875"/>
            <a:ext cx="3143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2"/>
          </a:solidFill>
          <a:ln xmlns:a="http://schemas.openxmlformats.org/drawingml/2006/main" w="9525">
            <a:solidFill>
              <a:srgbClr val="343A4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6688A2-B3BD-40A6-B3F2-A68FF116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4003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3 cours aujourd'hui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FBF5BD-C0D1-4B52-AFEF-B7DFD37F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1940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B2C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AB2C5"/>
                </a:solidFill>
                <a:latin typeface="Aptos"/>
                <a:ea typeface="Aptos"/>
                <a:cs typeface="Aptos"/>
              </a:rPr>
              <a:t>Les evenements recurrents peuvent etre regroupes pour garder une alerte concise.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44C992-4457-43D1-8B16-AF2D9225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714750"/>
            <a:ext cx="1762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25D17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C1EEE2-BC71-4716-90E8-84BCCBA0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810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D1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3B4BBF-5536-447B-AE0B-DD7E92B4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781425"/>
            <a:ext cx="1381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Snooze 10 min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334B53-5871-467F-A5FC-9B5C27D1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114800"/>
            <a:ext cx="1762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A783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3D922D-310F-429B-BCC4-B0E10616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210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38CAE0-75A5-4AC4-8A76-939404C2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181475"/>
            <a:ext cx="1381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Mode silencieux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9526F0-F978-4ADD-95EC-22BC490D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514850"/>
            <a:ext cx="1762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F5C04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E48E8C-2207-437E-8D79-B49A6AB8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610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0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318BD0-03C8-48E5-B08B-BD6A944C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581525"/>
            <a:ext cx="1381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Badge compteur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38888B-3438-4D1C-9B42-2122E436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43125"/>
            <a:ext cx="2714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2"/>
          </a:solidFill>
          <a:ln xmlns:a="http://schemas.openxmlformats.org/drawingml/2006/main" w="9525">
            <a:solidFill>
              <a:srgbClr val="343A4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55180D-7188-4F22-B518-14C5AED6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43125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4C6DAE-8F6C-4D21-99D9-174F20A7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314575"/>
            <a:ext cx="22955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Silencieux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340C4D-C454-4D77-83F1-104098A80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619375"/>
            <a:ext cx="2295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2C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2C5"/>
                </a:solidFill>
                <a:latin typeface="Aptos"/>
                <a:ea typeface="Aptos"/>
                <a:cs typeface="Aptos"/>
              </a:rPr>
              <a:t>Pas de son ni notification native, mais un compteur reste visible.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E76CB6-3058-40DA-9889-B39F88C0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667125"/>
            <a:ext cx="2714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2"/>
          </a:solidFill>
          <a:ln xmlns:a="http://schemas.openxmlformats.org/drawingml/2006/main" w="9525">
            <a:solidFill>
              <a:srgbClr val="343A4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CF7618-F7D8-4F95-A793-4FD3B8FF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667125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0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140249-AE15-42A4-A6A7-FDF2F04F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838575"/>
            <a:ext cx="22955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Clavier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5B2C78-392C-45DE-8C35-6A186A2D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143375"/>
            <a:ext cx="2295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2C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2C5"/>
                </a:solidFill>
                <a:latin typeface="Aptos"/>
                <a:ea typeface="Aptos"/>
                <a:cs typeface="Aptos"/>
              </a:rPr>
              <a:t>Raccourcis pour reporter ou fermer le rappel actif.</a:t>
            </a:r>
          </a:p>
        </p:txBody>
      </p:sp>
    </p:spTree>
    <p:extLst>
      <p:ext uri="{BB962C8B-B14F-4D97-AF65-F5344CB8AC3E}">
        <p14:creationId xmlns:p14="http://schemas.microsoft.com/office/powerpoint/2010/main" val="52623461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213713-B4F4-48D0-89E6-6B8526E7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1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2563E3-2958-4852-B56F-1D5CB89F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159C27-37CF-42B1-BF7F-99E0F1D7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F8C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8CFF"/>
                </a:solidFill>
                <a:latin typeface="Aptos"/>
                <a:ea typeface="Aptos"/>
                <a:cs typeface="Aptos"/>
              </a:rPr>
              <a:t>ORGANISATION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E0C4A6-AF56-49BD-977E-F89559DF7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"/>
            <a:ext cx="7905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Categories, routines, todos et examens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4E56C9-4DE6-435E-9633-F16CC08B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2C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2C5"/>
                </a:solidFill>
                <a:latin typeface="Aptos"/>
                <a:ea typeface="Aptos"/>
                <a:cs typeface="Aptos"/>
              </a:rPr>
              <a:t>Caltemp combine plusieurs niveaux simples : type d'evenement, modele reutilisable, tache associee et preparation examen.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3299B6-B86C-492F-B6D8-CED1D8629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3246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8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086"/>
                </a:solidFill>
                <a:latin typeface="Aptos"/>
                <a:ea typeface="Aptos"/>
                <a:cs typeface="Aptos"/>
              </a:rPr>
              <a:t>Caltemp v6.0.0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8C196F-9B14-450A-9345-75A453E7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24003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2"/>
          </a:solidFill>
          <a:ln xmlns:a="http://schemas.openxmlformats.org/drawingml/2006/main" w="9525">
            <a:solidFill>
              <a:srgbClr val="343A4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A9D51A-8195-4D8B-B3AA-9D7AF02A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2400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92F192-0633-4ECE-8A89-B6BC93D5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1885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Categories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AFD00F-857E-4536-9AD7-83ABD5899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B2C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AB2C5"/>
                </a:solidFill>
                <a:latin typeface="Aptos"/>
                <a:ea typeface="Aptos"/>
                <a:cs typeface="Aptos"/>
              </a:rPr>
              <a:t>Cours, devoir, examen, perso, dev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008DB0-6167-432C-9727-1C2DA679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57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BA4362-DF15-4D88-B236-E518B1BF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862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7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E83D32-9AE7-417B-8FDD-F91DE0C4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86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07B870-EECA-4969-BDE1-1B7E0812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14800"/>
            <a:ext cx="1257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7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30A3B4-F948-4378-98A6-F78893B3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14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D1B6C9-412C-409D-811E-CF49EEB0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43400"/>
            <a:ext cx="1085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7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BEC1BF-CB76-4E1C-A835-EC6B2488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86000"/>
            <a:ext cx="24003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2"/>
          </a:solidFill>
          <a:ln xmlns:a="http://schemas.openxmlformats.org/drawingml/2006/main" w="9525">
            <a:solidFill>
              <a:srgbClr val="343A4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F8EE16-E8DA-46A7-9E29-0B824169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86000"/>
            <a:ext cx="2400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1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35C8AA-A198-47C1-8E64-F836316A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71750"/>
            <a:ext cx="1885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Routines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64825A-4C82-462D-9984-772C30E9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9085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B2C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AB2C5"/>
                </a:solidFill>
                <a:latin typeface="Aptos"/>
                <a:ea typeface="Aptos"/>
                <a:cs typeface="Aptos"/>
              </a:rPr>
              <a:t>Modeles applicables en un clic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9536C8-4E52-4EC6-A8B4-2EF27CAA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857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D1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BFF4AA-C155-4354-9D14-D17800BE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8862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7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46BE99-69AC-485A-AAB2-9B1EDD55E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086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D1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E1C34D-A602-4509-BF4B-73E6447B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14800"/>
            <a:ext cx="1257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7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3A0B40-AD20-4B9F-AF3D-17DCFB8F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314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D1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36C2BE-93B4-44EF-886F-C5BDCD49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343400"/>
            <a:ext cx="1085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7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A20E3B-089A-482B-AE93-288251E47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86000"/>
            <a:ext cx="24003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2"/>
          </a:solidFill>
          <a:ln xmlns:a="http://schemas.openxmlformats.org/drawingml/2006/main" w="9525">
            <a:solidFill>
              <a:srgbClr val="343A4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CEC445-9DE4-4470-9883-284CBCB9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86000"/>
            <a:ext cx="2400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0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2C6B1F-C4A2-4365-9FF6-4F92F861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71750"/>
            <a:ext cx="1885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Todos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C9EE8F-A586-4122-9EE4-CA76B57D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9085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B2C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AB2C5"/>
                </a:solidFill>
                <a:latin typeface="Aptos"/>
                <a:ea typeface="Aptos"/>
                <a:cs typeface="Aptos"/>
              </a:rPr>
              <a:t>Taches liees a un jour ou evenement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63A7D5-C6F4-461F-B102-050FCF48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57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0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957165-27A3-45EF-8300-B0650856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862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7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394FC1-4738-4C68-B187-3FC7707A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86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0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69FB0B-F885-4062-AF7E-AB79EB7D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14800"/>
            <a:ext cx="1257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7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E9D820-11EE-4B17-8B5E-FC57CFEE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14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0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16426C2-A99F-49EC-AF0F-665371AF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343400"/>
            <a:ext cx="1085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7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52028F3-B2A8-41D9-913C-139FDAD0C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86000"/>
            <a:ext cx="24003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2"/>
          </a:solidFill>
          <a:ln xmlns:a="http://schemas.openxmlformats.org/drawingml/2006/main" w="9525">
            <a:solidFill>
              <a:srgbClr val="343A4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6AEDFB3-6E4F-4545-9E91-DAB1B375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86000"/>
            <a:ext cx="2400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453FF0C-D5EB-4A9A-9823-D35A3EF4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71750"/>
            <a:ext cx="1885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Examens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FE7230A-8E7A-4EE1-A90E-066AC1DC8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99085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B2C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AB2C5"/>
                </a:solidFill>
                <a:latin typeface="Aptos"/>
                <a:ea typeface="Aptos"/>
                <a:cs typeface="Aptos"/>
              </a:rPr>
              <a:t>Preparation J-30, J-7, J-1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CFE1A91-EE7D-4D6D-840D-1D2029E3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57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03773BB-C325-4318-92D1-355C5E08C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8862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7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84E20D2-B454-4A2C-B4B4-432722AE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86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F7F4DE6-4907-4F81-9416-095A0B7B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114800"/>
            <a:ext cx="1257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7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146D944-6202-4456-AE5D-CD41C776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314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20CC336-9F7D-49CD-8053-22D33EDE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343400"/>
            <a:ext cx="1085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7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7D76C17-46D0-41C4-A6D7-4FF84019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19700"/>
            <a:ext cx="933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Resultat utilisateur : moins de saisie repetitive, plus de lisibilite, et une preparation qui part des dates importantes.</a:t>
            </a:r>
          </a:p>
        </p:txBody>
      </p:sp>
    </p:spTree>
    <p:extLst>
      <p:ext uri="{BB962C8B-B14F-4D97-AF65-F5344CB8AC3E}">
        <p14:creationId xmlns:p14="http://schemas.microsoft.com/office/powerpoint/2010/main" val="204258938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A1EC8F-B7A3-4C8B-A751-DDB0D6C8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1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91DFE9-3434-494D-9164-CBDECA99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9D9BE2-A4A3-41D9-96B2-9ED07EDC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F8C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8CFF"/>
                </a:solidFill>
                <a:latin typeface="Aptos"/>
                <a:ea typeface="Aptos"/>
                <a:cs typeface="Aptos"/>
              </a:rPr>
              <a:t>ASSISTANT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D12D4A-D968-4282-9CDF-D17A9CBA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"/>
            <a:ext cx="7905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Dexter : utile sans cle API obligatoire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33FD83-3585-4CE4-9D1E-1D31D19D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2C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2C5"/>
                </a:solidFill>
                <a:latin typeface="Aptos"/>
                <a:ea typeface="Aptos"/>
                <a:cs typeface="Aptos"/>
              </a:rPr>
              <a:t>Dexter garde un mode local deterministe pour les commandes calendrier simples, puis peut utiliser l'IA configuree par l'utilisateur.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529B05-F52D-4A36-8558-23A2DA41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3246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8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086"/>
                </a:solidFill>
                <a:latin typeface="Aptos"/>
                <a:ea typeface="Aptos"/>
                <a:cs typeface="Aptos"/>
              </a:rPr>
              <a:t>Caltemp v6.0.0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A9930E-51B1-4475-8C0B-F421EE95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43125"/>
            <a:ext cx="4953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2"/>
          </a:solidFill>
          <a:ln xmlns:a="http://schemas.openxmlformats.org/drawingml/2006/main" w="9525">
            <a:solidFill>
              <a:srgbClr val="343A4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3221D4-CD9D-4394-90F5-9D7AC3859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28875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F8C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F8CFF"/>
                </a:solidFill>
                <a:latin typeface="Aptos"/>
                <a:ea typeface="Aptos"/>
                <a:cs typeface="Aptos"/>
              </a:rPr>
              <a:t>Utilisateur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5B341E-A5B3-4447-956C-8FE133255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14625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4F8C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29472E-CD37-4313-AB3D-71DA029E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86075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Ajoute un examen de maths vendredi a 9h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127251-EE6C-4B53-962A-DB880EC6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004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D17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D17F"/>
                </a:solidFill>
                <a:latin typeface="Aptos"/>
                <a:ea typeface="Aptos"/>
                <a:cs typeface="Aptos"/>
              </a:rPr>
              <a:t>Dexter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BA8208-F057-476D-89CE-C2A4838D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86200"/>
            <a:ext cx="40481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25D17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0C2AA6-E873-4A3E-81C4-3C5610A3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57650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Evenement cree localement, avec categorie examen et rappel.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02AC6F-AA37-412B-8CD4-F3C727BD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43125"/>
            <a:ext cx="400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2"/>
          </a:solidFill>
          <a:ln xmlns:a="http://schemas.openxmlformats.org/drawingml/2006/main" w="9525">
            <a:solidFill>
              <a:srgbClr val="343A4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7D6FFF-2840-426F-9600-8C7EBBF4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43125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A4380F-E15F-46C8-9555-F1656405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314575"/>
            <a:ext cx="3581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Creation rapide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BE6B12-50EB-4936-B555-35197BC7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619375"/>
            <a:ext cx="3581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2C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2C5"/>
                </a:solidFill>
                <a:latin typeface="Aptos"/>
                <a:ea typeface="Aptos"/>
                <a:cs typeface="Aptos"/>
              </a:rPr>
              <a:t>Parser local pour les phrases courantes en francais.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4D49CC-BB8C-4D6F-BDF6-5BA5EF74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209925"/>
            <a:ext cx="400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2"/>
          </a:solidFill>
          <a:ln xmlns:a="http://schemas.openxmlformats.org/drawingml/2006/main" w="9525">
            <a:solidFill>
              <a:srgbClr val="343A4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F6C623-7CCD-4F02-9E67-73DF270D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209925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1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BB0080-5DFE-4514-BAE1-369FEF06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381375"/>
            <a:ext cx="3581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Resume ma semaine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799917-755B-467D-9CB0-95EDB39F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686175"/>
            <a:ext cx="3581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2C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2C5"/>
                </a:solidFill>
                <a:latin typeface="Aptos"/>
                <a:ea typeface="Aptos"/>
                <a:cs typeface="Aptos"/>
              </a:rPr>
              <a:t>Synthese des evenements visibles et priorites locales.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F5E2B0-C75A-42CE-AA16-FEECFA75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276725"/>
            <a:ext cx="4000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2"/>
          </a:solidFill>
          <a:ln xmlns:a="http://schemas.openxmlformats.org/drawingml/2006/main" w="9525">
            <a:solidFill>
              <a:srgbClr val="343A4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8F3CD9-8033-456C-A8BD-FF80D9013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276725"/>
            <a:ext cx="476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D656E8-2526-4218-AC0B-21F53FAF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448175"/>
            <a:ext cx="3581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Planning de revision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3C1702-00F1-4497-9204-AF2F80F3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752975"/>
            <a:ext cx="3581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2C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2C5"/>
                </a:solidFill>
                <a:latin typeface="Aptos"/>
                <a:ea typeface="Aptos"/>
                <a:cs typeface="Aptos"/>
              </a:rPr>
              <a:t>Generation d'etapes a partir des dates d'examens lorsque les donnees existent.</a:t>
            </a:r>
          </a:p>
        </p:txBody>
      </p:sp>
    </p:spTree>
    <p:extLst>
      <p:ext uri="{BB962C8B-B14F-4D97-AF65-F5344CB8AC3E}">
        <p14:creationId xmlns:p14="http://schemas.microsoft.com/office/powerpoint/2010/main" val="61323763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BA823F-C38D-459B-BBD7-65042CDF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1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B04368-3F09-40CA-9972-1C4BD321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334B94-62D6-4A8C-8116-F28E295C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F8C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8CFF"/>
                </a:solidFill>
                <a:latin typeface="Aptos"/>
                <a:ea typeface="Aptos"/>
                <a:cs typeface="Aptos"/>
              </a:rPr>
              <a:t>CONFIANCE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3074B8-23EF-4EA1-9481-E4DEB12C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"/>
            <a:ext cx="7905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Distribution locale et confidentialite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87D2F8-5F8E-4E82-A89A-048D9CFD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2C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2C5"/>
                </a:solidFill>
                <a:latin typeface="Aptos"/>
                <a:ea typeface="Aptos"/>
                <a:cs typeface="Aptos"/>
              </a:rPr>
              <a:t>La proposition centrale de Caltemp reste simple : organiser son temps sans envoyer le calendrier personnel par defaut.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B59D5F-7B9A-45A9-8FD8-95B1383E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3246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8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086"/>
                </a:solidFill>
                <a:latin typeface="Aptos"/>
                <a:ea typeface="Aptos"/>
                <a:cs typeface="Aptos"/>
              </a:rPr>
              <a:t>Caltemp v6.0.0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256A86-1AA9-4C5A-918D-67ED3EA3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76500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2"/>
          </a:solidFill>
          <a:ln xmlns:a="http://schemas.openxmlformats.org/drawingml/2006/main" w="9525">
            <a:solidFill>
              <a:srgbClr val="4F8C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A55A0B-0AB1-4A5C-A02C-8833F9E3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781300"/>
            <a:ext cx="1952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Application Tauri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2F242A-0E4F-4E46-BE07-46C390C5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19450"/>
            <a:ext cx="1952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B2C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AB2C5"/>
                </a:solidFill>
                <a:latin typeface="Aptos"/>
                <a:ea typeface="Aptos"/>
                <a:cs typeface="Aptos"/>
              </a:rPr>
              <a:t>Interface desktop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5FC5EB-6A8E-4FF3-9CB4-52AC0208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76500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2"/>
          </a:solidFill>
          <a:ln xmlns:a="http://schemas.openxmlformats.org/drawingml/2006/main" w="9525">
            <a:solidFill>
              <a:srgbClr val="25D17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2D72D4-C9DD-4390-B5B3-2DFD6AD9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81300"/>
            <a:ext cx="1952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Stockage local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32B8DC-FF16-48DA-BDC2-2F4F35C6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9450"/>
            <a:ext cx="1952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B2C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AB2C5"/>
                </a:solidFill>
                <a:latin typeface="Aptos"/>
                <a:ea typeface="Aptos"/>
                <a:cs typeface="Aptos"/>
              </a:rPr>
              <a:t>events.json, settings.json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2BB430-5509-4E4A-B2D2-FE6E045F7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76500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2"/>
          </a:solidFill>
          <a:ln xmlns:a="http://schemas.openxmlformats.org/drawingml/2006/main" w="9525">
            <a:solidFill>
              <a:srgbClr val="A783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5C8A35-503F-48F0-BE90-D7377306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81300"/>
            <a:ext cx="1952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Services optionnels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96AEA5-C9A5-4DEB-83E8-E375E25B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19450"/>
            <a:ext cx="1952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B2C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AB2C5"/>
                </a:solidFill>
                <a:latin typeface="Aptos"/>
                <a:ea typeface="Aptos"/>
                <a:cs typeface="Aptos"/>
              </a:rPr>
              <a:t>Unsplash, IA configuree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A8262A-FA91-4F5A-BE6F-82EBCE319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81350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A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8A0E8F-ABC1-40E9-945F-2AE7C5BC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81350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A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379762-5839-4055-A863-517B5F20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62500"/>
            <a:ext cx="819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Par defaut : local. Les connexions externes restent explicites.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84C108-E75A-4B28-B9C9-881B6237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257800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AB2C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2C5"/>
                </a:solidFill>
                <a:latin typeface="Aptos"/>
                <a:ea typeface="Aptos"/>
                <a:cs typeface="Aptos"/>
              </a:rPr>
              <a:t>La v6 documente aussi la securite des dependances pour faciliter les releases plus fiables.</a:t>
            </a:r>
          </a:p>
        </p:txBody>
      </p:sp>
    </p:spTree>
    <p:extLst>
      <p:ext uri="{BB962C8B-B14F-4D97-AF65-F5344CB8AC3E}">
        <p14:creationId xmlns:p14="http://schemas.microsoft.com/office/powerpoint/2010/main" val="62658660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4E01AD-F4BA-4339-94D2-F11217295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1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AE38EC-1BC0-4A4E-8144-FABD278E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FCCFFE-8C25-4B4F-AE19-A6FE83EF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F8C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8CFF"/>
                </a:solidFill>
                <a:latin typeface="Aptos"/>
                <a:ea typeface="Aptos"/>
                <a:cs typeface="Aptos"/>
              </a:rPr>
              <a:t>RELEASE V6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4AD098-7147-445E-99CB-371752E1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"/>
            <a:ext cx="7905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Securite, mises a jour et prochaines etapes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316F7D-A381-40C1-A751-91111FEB2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2C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2C5"/>
                </a:solidFill>
                <a:latin typeface="Aptos"/>
                <a:ea typeface="Aptos"/>
                <a:cs typeface="Aptos"/>
              </a:rPr>
              <a:t>La v6 ajoute les controles necessaires pour surveiller les dependances et presenter l'application proprement.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4D0541-68B3-44BC-8A28-BD8B02C8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3246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8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086"/>
                </a:solidFill>
                <a:latin typeface="Aptos"/>
                <a:ea typeface="Aptos"/>
                <a:cs typeface="Aptos"/>
              </a:rPr>
              <a:t>Caltemp v6.0.0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2B8335-AA30-4B0B-B94E-E501C2BE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D1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CD90C8-8478-4428-9FA3-5CCFB5D3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19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A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7977EE-2082-4A29-AA75-4C20F377D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0383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Lockfile npm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805868-C5D5-42AF-981A-1E827CFB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66925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2C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2C5"/>
                </a:solidFill>
                <a:latin typeface="Aptos"/>
                <a:ea typeface="Aptos"/>
                <a:cs typeface="Aptos"/>
              </a:rPr>
              <a:t>Installation reproductible et npm audit debloque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293262-41B9-4F49-A56D-9A0DD5BC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C22C1A-4A3A-480A-A9F1-B4DA56A5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81350"/>
            <a:ext cx="19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A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D123BC-8D86-4892-B453-F451B50D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575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Dependabot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75000C-3535-44F0-9B34-A864AFE6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86075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2C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2C5"/>
                </a:solidFill>
                <a:latin typeface="Aptos"/>
                <a:ea typeface="Aptos"/>
                <a:cs typeface="Aptos"/>
              </a:rPr>
              <a:t>Surveillance npm, Cargo et GitHub Actions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86DCF8-6F1A-4FDB-9154-31B8E130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2DC64B-A133-4BB2-BE1E-1FD781F1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0"/>
            <a:ext cx="19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A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1E1CBE-B5B7-445C-8773-0CCDD278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6766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Security Audit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586C75-A7DC-4E64-A03E-4DD37EE3B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05225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2C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2C5"/>
                </a:solidFill>
                <a:latin typeface="Aptos"/>
                <a:ea typeface="Aptos"/>
                <a:cs typeface="Aptos"/>
              </a:rPr>
              <a:t>npm ci, audit, lint, build, cargo check, cargo audit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D4700C-243B-4A92-B1AE-CDC87012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01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0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92BFA8-5A88-436A-AEC5-4A798357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19650"/>
            <a:ext cx="1905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A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909598-0BAA-4B0D-B9A5-06A08A46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4958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Release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924326-3E67-4BF5-9DB6-9DE1058E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24375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2C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2C5"/>
                </a:solidFill>
                <a:latin typeface="Aptos"/>
                <a:ea typeface="Aptos"/>
                <a:cs typeface="Aptos"/>
              </a:rPr>
              <a:t>Versions synchronisees et workflow Tauri aligne sur npm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72077A-9BCA-4F85-8253-FE2ADDEF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38700"/>
            <a:ext cx="247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4F8C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7919E6-2566-4F01-971F-C8054008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0292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Prochaines etapes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B81365-4FFD-4DA2-977C-E3C210D20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295900"/>
            <a:ext cx="1952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2C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AB2C5"/>
                </a:solidFill>
                <a:latin typeface="Aptos"/>
                <a:ea typeface="Aptos"/>
                <a:cs typeface="Aptos"/>
              </a:rPr>
              <a:t>Sync comptes, presence Discord, portable complet.</a:t>
            </a:r>
          </a:p>
        </p:txBody>
      </p:sp>
    </p:spTree>
    <p:extLst>
      <p:ext uri="{BB962C8B-B14F-4D97-AF65-F5344CB8AC3E}">
        <p14:creationId xmlns:p14="http://schemas.microsoft.com/office/powerpoint/2010/main" val="21230937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2026-06-16T20:42:48.3310000Z</dcterms:created>
  <dcterms:modified xsi:type="dcterms:W3CDTF">2026-06-16T20:42:48.3310000Z</dcterms:modified>
</coreProperties>
</file>